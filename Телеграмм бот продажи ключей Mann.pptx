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BAE10-6232-4F91-8F93-1C681BEC1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57BB9A-D594-44B5-AC31-A45DD94D3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250338-8EE2-4C14-9612-64943856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042D90-09BD-43F2-9D40-58083A83C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AF2937-84A9-467A-A76D-66D2A8FC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44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D1850-C8CC-4398-B13B-FEB575EB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4E487B-2594-4665-9090-7234986F0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11DFB9-4661-462B-BFE5-E55A2FB24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30F3C1-EB90-40E1-A304-7BCEDF9A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F303FB-A53C-4339-9E12-250BCB63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391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05C66-9D23-4D01-9CA3-90A145118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190119-8E2A-4B72-9056-D66ED40BD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F4C76D-5299-4DDB-A5B5-38E0CD2A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EE0D9-E5B4-4088-8BD9-0FA12D8E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F67E5F-C43A-44CD-B3C9-7D93F927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78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9D3DF6-A434-4088-9701-CD3B919A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15B0B-54CB-4CA2-B92F-8EED76494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077C2DF-B13C-427F-9D84-E0668526F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FC9AD3-5322-4ADF-B7F5-DF1B11DB6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E609B8-DCB2-4022-A657-6BD6D8D6D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B2F642-F7E2-4366-8B88-B8970F60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20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FE73B-3427-470D-A96F-C09D2DB43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2C3B0B-693D-42C1-8D45-9D080D6C0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32FBD7-6B46-49FD-A25B-81D0E449F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AB5B168-0127-43BD-9EF9-DC261AE38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27010EB-F5A0-469A-A865-A77B16C4C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360EE42-10A7-4694-BF3C-E71450953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2BB365-1402-4054-B89D-FB07BE82C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5D5E797-A334-4384-BB37-21D1FEB1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21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B4F6F5-3CB1-4221-91DC-536D53B7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4ED607-5BC4-4840-A191-C56DA8ABA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25CCE0D-E110-4FEC-8CD1-76C01D97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A852F8F-6CC7-4ADE-97AB-4ED97C12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7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B993056-ACF5-4DCC-B315-582076C80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D94382-4FDF-4D36-999B-E14DA68E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0E35D5-ACC4-4217-B5B8-B0CE804B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01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4261CD-7795-4C01-975E-8DBFC961A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E1ABB9-7922-4BCB-8C0A-E6AFDBAB0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35E711-2E68-4967-B9E9-3117C18AF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7CA0A1-9326-4664-B5F4-1FBBB812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00748D-9913-43BB-8B96-F8BFCAB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58B1D-F59B-4DD2-87AC-579C8EBDC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59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3DD20-A26A-4F69-B4B1-075F48A90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B80B4C-94AB-4195-96CD-BA46894957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F80D07-3FBF-4403-A454-7EF52AE1C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2FD8E5-A8D2-468D-A2C7-08E72A836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6B24E-FF16-42A9-B515-2A9F4DE1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2ED41B-7ADB-4A78-9CC9-2C45397A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137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8CD33-C158-458B-B486-F88E28BEA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B830F6-2AFE-4725-8FC5-02653DF29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579656-158B-4C38-B06C-85C8B1E72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13D6F1-59E2-4CA3-8E49-D1A0E86D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C9BA31-023B-4E45-9BA7-4AAE0B90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08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F9EBCE8-21A6-4B2E-B607-0D931FA4B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24952F-6A51-4EE6-9F17-B818A91F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4D7123-444F-4A7B-8525-013C24C47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070BCD-036C-4E4C-B6E1-6498AB8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0BD53E-934A-4F00-9E73-6F8F13FD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626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A5721B-66B2-476E-BB75-7DBB5AEB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A5C7B7-2878-4BE1-B099-2B6CC6C28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4D760E-7743-407A-9359-7D367782A9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DAC5D-87D5-4905-903E-AADB1FEEA31D}" type="datetimeFigureOut">
              <a:rPr lang="ru-RU" smtClean="0"/>
              <a:t>25.04.2023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1C50E1-BC46-4703-884B-75051FE93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98C6FE-1FEB-49F5-9D31-4F6F09024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94031-F7D8-4D0E-AD5E-A1AA269AE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20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15282-E009-4523-AFEF-BE8DB2CF1B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ru-RU" dirty="0"/>
              <a:t>Телеграмм бот продажи ключей </a:t>
            </a:r>
            <a:r>
              <a:rPr lang="en-US" dirty="0"/>
              <a:t>Mann. Co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99D7F3-275D-4798-A287-6C170CB1B2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4402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E22DF-4767-49B5-B4AE-97C5EC28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 которые мы использовали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EF825D-1A1A-42A6-86A8-89619F355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Steampy</a:t>
            </a:r>
            <a:r>
              <a:rPr lang="en-US" dirty="0"/>
              <a:t> – </a:t>
            </a:r>
            <a:r>
              <a:rPr lang="ru-RU" dirty="0"/>
              <a:t>для работы с </a:t>
            </a:r>
            <a:r>
              <a:rPr lang="en-US" dirty="0"/>
              <a:t>web </a:t>
            </a:r>
            <a:r>
              <a:rPr lang="en-US" dirty="0" err="1"/>
              <a:t>api</a:t>
            </a:r>
            <a:r>
              <a:rPr lang="en-US" dirty="0"/>
              <a:t> steam</a:t>
            </a:r>
          </a:p>
          <a:p>
            <a:r>
              <a:rPr lang="en-US" dirty="0" err="1"/>
              <a:t>Telebot</a:t>
            </a:r>
            <a:r>
              <a:rPr lang="en-US" dirty="0"/>
              <a:t> – </a:t>
            </a:r>
            <a:r>
              <a:rPr lang="ru-RU" dirty="0"/>
              <a:t>для создания самого бота</a:t>
            </a:r>
          </a:p>
        </p:txBody>
      </p:sp>
    </p:spTree>
    <p:extLst>
      <p:ext uri="{BB962C8B-B14F-4D97-AF65-F5344CB8AC3E}">
        <p14:creationId xmlns:p14="http://schemas.microsoft.com/office/powerpoint/2010/main" val="714114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B3ECB-139A-4D7F-ABA7-0A942B2B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372E34-5CEC-4917-8C0D-5C670915C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87121" cy="4351338"/>
          </a:xfrm>
        </p:spPr>
        <p:txBody>
          <a:bodyPr/>
          <a:lstStyle/>
          <a:p>
            <a:r>
              <a:rPr lang="ru-RU" dirty="0"/>
              <a:t>После отправки команды </a:t>
            </a:r>
            <a:r>
              <a:rPr lang="en-US" dirty="0"/>
              <a:t>/start</a:t>
            </a:r>
            <a:r>
              <a:rPr lang="ru-RU" dirty="0"/>
              <a:t> открывается меню с балансом</a:t>
            </a:r>
            <a:endParaRPr lang="en-US" dirty="0"/>
          </a:p>
          <a:p>
            <a:r>
              <a:rPr lang="ru-RU" dirty="0"/>
              <a:t>После нажатия кнопки купить вы вводите количество ключей</a:t>
            </a:r>
            <a:r>
              <a:rPr lang="en-US" dirty="0"/>
              <a:t>, </a:t>
            </a:r>
            <a:r>
              <a:rPr lang="ru-RU" dirty="0"/>
              <a:t>затем вводите </a:t>
            </a:r>
            <a:r>
              <a:rPr lang="en-US" dirty="0"/>
              <a:t>trade </a:t>
            </a:r>
            <a:r>
              <a:rPr lang="ru-RU" dirty="0"/>
              <a:t>ссылку и если средств хватает то покупка происходит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CB3C0A4-42C5-40CF-892F-FE5946E31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321" y="457695"/>
            <a:ext cx="2228479" cy="297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9366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57</Words>
  <Application>Microsoft Office PowerPoint</Application>
  <PresentationFormat>Широкоэкранный</PresentationFormat>
  <Paragraphs>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 Телеграмм бот продажи ключей Mann. Co</vt:lpstr>
      <vt:lpstr>Библиотеки которые мы использовали</vt:lpstr>
      <vt:lpstr>Принцип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Телеграмм бот продажи ключей Mann. Co</dc:title>
  <dc:creator>ShadowQwert</dc:creator>
  <cp:lastModifiedBy>ShadowQwert</cp:lastModifiedBy>
  <cp:revision>4</cp:revision>
  <dcterms:created xsi:type="dcterms:W3CDTF">2023-04-25T13:24:00Z</dcterms:created>
  <dcterms:modified xsi:type="dcterms:W3CDTF">2023-04-25T14:19:00Z</dcterms:modified>
</cp:coreProperties>
</file>